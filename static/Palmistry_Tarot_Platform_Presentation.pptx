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548640" rIns="548640"/>
          <a:lstStyle/>
          <a:p>
            <a:pPr algn="ctr">
              <a:spcAft>
                <a:spcPts val="1400"/>
              </a:spcAft>
              <a:defRPr sz="1400" b="1">
                <a:solidFill>
                  <a:srgbClr val="F59E0B"/>
                </a:solidFill>
              </a:defRPr>
            </a:pPr>
            <a:r>
              <a:t>🔮 SOVEREIGN INTELLIGENCE PLATFORM</a:t>
            </a:r>
          </a:p>
          <a:p>
            <a:pPr>
              <a:spcAft>
                <a:spcPts val="1400"/>
              </a:spcAft>
              <a:defRPr sz="3200" b="1">
                <a:solidFill>
                  <a:srgbClr val="F8FAFC"/>
                </a:solidFill>
              </a:defRPr>
            </a:pPr>
            <a:r>
              <a:t>AI Based Palmistry &amp; Tarot Intelligence Platform</a:t>
            </a:r>
          </a:p>
          <a:p>
            <a:pPr>
              <a:spcAft>
                <a:spcPts val="2800"/>
              </a:spcAft>
              <a:defRPr sz="1600">
                <a:solidFill>
                  <a:srgbClr val="0EA5E9"/>
                </a:solidFill>
              </a:defRPr>
            </a:pPr>
            <a:r>
              <a:t>Combining Computer Vision Palmistry, 78-Card Tarot Divination &amp; Machine Learning Career Guidance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Executive Overview &amp; 3 Core Operational Pillars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Executive Summary: 3 Core Operational Pillars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 r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🧠 Pillar 1: AI Interpretation Engine</a:t>
            </a:r>
          </a:p>
          <a:p>
            <a:pPr>
              <a:spcAft>
                <a:spcPts val="1600"/>
              </a:spcAft>
              <a:defRPr sz="1100" b="1">
                <a:solidFill>
                  <a:srgbClr val="0EA5E9"/>
                </a:solidFill>
              </a:defRPr>
            </a:pPr>
            <a:r>
              <a:t>STATUS: OPERATIONAL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Computer Vision Palm Line &amp; Mount Extraction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Full 78-Card Tarot Deck (Celtic Cross &amp; Spreads)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Natal Astrology &amp; Multi-Modality Insight Scoring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291840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 r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💡 Pillar 2: Recommendation System</a:t>
            </a:r>
          </a:p>
          <a:p>
            <a:pPr>
              <a:spcAft>
                <a:spcPts val="1600"/>
              </a:spcAft>
              <a:defRPr sz="1100" b="1">
                <a:solidFill>
                  <a:srgbClr val="F59E0B"/>
                </a:solidFill>
              </a:defRPr>
            </a:pPr>
            <a:r>
              <a:t>STATUS: FUNCTIONAL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Personalized Daily Habit Rituals &amp; Focus Sprints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Zodiac Crystal &amp; Gemstone Remedies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7-Chakra Energetic Alignment Protocols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291840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 r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🧭 Pillar 3: Personalized Guidance</a:t>
            </a:r>
          </a:p>
          <a:p>
            <a:pPr>
              <a:spcAft>
                <a:spcPts val="1600"/>
              </a:spcAft>
              <a:defRPr sz="1100" b="1">
                <a:solidFill>
                  <a:srgbClr val="10B981"/>
                </a:solidFill>
              </a:defRPr>
            </a:pPr>
            <a:r>
              <a:t>STATUS: COMPLETED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🚀 ML 4-Phase Career Execution Roadmaps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🧘 4 Somatic Stress-Relief Techniques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🫂 1-on-1 Best-Friend Loneliness Chatbot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CORE INTELLIGENCE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Pillar 1: AI Interpretation Engine Details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spcAft>
                <a:spcPts val="1400"/>
              </a:spcAft>
              <a:defRPr sz="1600" b="1">
                <a:solidFill>
                  <a:srgbClr val="0EA5E9"/>
                </a:solidFill>
              </a:defRPr>
            </a:pPr>
            <a:r>
              <a:t>✋ Computer Vision Palmistry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Detects 5 Major Lines: Life, Head, Heart, Fate &amp; Sun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Maps 7 Planetary Mounts (Jupiter, Sun, Moon, Venus...)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Morphological edge gradients &amp; 4 hand elements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Calculates line vigor confidence gauge (up to 98%)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spcAft>
                <a:spcPts val="1400"/>
              </a:spcAft>
              <a:defRPr sz="1600" b="1">
                <a:solidFill>
                  <a:srgbClr val="0EA5E9"/>
                </a:solidFill>
              </a:defRPr>
            </a:pPr>
            <a:r>
              <a:t>🎴 78-Card Tarot Sanctuary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Full 22 Major Arcana + 56 Minor Arcana deck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3D card shuffling &amp; flip animation mechanics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6 Divination Spreads (Celtic Cross, Life Path, 3-Card)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Clear interpretations and practical guidance notes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spcAft>
                <a:spcPts val="1400"/>
              </a:spcAft>
              <a:defRPr sz="1600" b="1">
                <a:solidFill>
                  <a:srgbClr val="0EA5E9"/>
                </a:solidFill>
              </a:defRPr>
            </a:pPr>
            <a:r>
              <a:t>🌌 Multi-Modality Scoring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Parses Natal Zodiac charts &amp; elemental balances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Synthesizes Palm + Tarot + Astrology data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Formula: 0.30(Palm) + 0.25(Tarot) + 0.20(Personality)...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API Endpoint: /api/readings/synthesize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CORE INTELLIGENCE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Pillar 2: Personalized Recommendation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spcAft>
                <a:spcPts val="1400"/>
              </a:spcAft>
              <a:defRPr sz="1600" b="1">
                <a:solidFill>
                  <a:srgbClr val="F59E0B"/>
                </a:solidFill>
              </a:defRPr>
            </a:pPr>
            <a:r>
              <a:t>⚡ Daily Habit Rituals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Morning Solar Focus Routine (Confidence booster)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Heart Line Open Dialogue Communication Practice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25-minute Pomodoro Work/Study Sprints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Restorative Evening Offline Digital Detox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spcAft>
                <a:spcPts val="1400"/>
              </a:spcAft>
              <a:defRPr sz="1600" b="1">
                <a:solidFill>
                  <a:srgbClr val="F59E0B"/>
                </a:solidFill>
              </a:defRPr>
            </a:pPr>
            <a:r>
              <a:t>💎 Crystal &amp; Chakra Remedies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Zodiac Crystal Matching (Amethyst, Rose Quartz, Citrine)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7-Chakra energetic balancing exercises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Aura cleansing &amp; daily positive affirmations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Element balancing (Fire, Water, Air, Earth)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spcAft>
                <a:spcPts val="1400"/>
              </a:spcAft>
              <a:defRPr sz="1600" b="1">
                <a:solidFill>
                  <a:srgbClr val="F59E0B"/>
                </a:solidFill>
              </a:defRPr>
            </a:pPr>
            <a:r>
              <a:t>🎯 80/20 Vocation Guidance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Personal growth friction auditing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Wealth discipline &amp; financial focus habits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Leadership quotient boosting exercises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API Endpoint: /api/recommendations/daily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CORE INTELLIGENCE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Pillar 3: Career Guidance &amp; Emotional Support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🚀 ML Career Execution Engine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Generates tailored 4-phase roadmaps (30-day, 90-day, 6-month, 1-year) for ANY career field (Developer, Marketer, Data Analyst, Doctor, Cyber Security).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🧘 4 Somatic Stress-Relief Tools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Science-backed somatic practices: Physiological Sigh (cortisol drop), 5-4-3-2-1 Grounding, Progressive Muscle Relaxation (PMR), and 4-7-8 Vagal Breathing.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🫂 Best-Friend Loneliness Chatbot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Warm 1-on-1 companion protocol ('I'm right here with you, my friend! ❤️'). Provides comforting perspective shifts and 3 concrete steps to move forward.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💖 Uplifting Self-Care Rituals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4 creative rituals: Micro-Pleasure Reset, Nature &amp; Light Therapy, Emotional Release &amp; Creative Journaling, and 3 Tiny Victories self-appreciation.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PLATFORM AUTHORIZATION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User Roles &amp; RBAC Dashboard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spcAft>
                <a:spcPts val="400"/>
              </a:spcAft>
              <a:defRPr sz="1400" b="1">
                <a:solidFill>
                  <a:srgbClr val="F8FAFC"/>
                </a:solidFill>
              </a:defRPr>
            </a:pPr>
            <a:r>
              <a:t>👤 Seeker (User)</a:t>
            </a:r>
          </a:p>
          <a:p>
            <a:pPr>
              <a:spcAft>
                <a:spcPts val="1200"/>
              </a:spcAft>
              <a:defRPr sz="1000">
                <a:solidFill>
                  <a:srgbClr val="F59E0B"/>
                </a:solidFill>
              </a:defRPr>
            </a:pPr>
            <a:r>
              <a:t>Persona: Aria Solstice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Personal reading logs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Active spiritual goals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Daily guidance streak counter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spcAft>
                <a:spcPts val="400"/>
              </a:spcAft>
              <a:defRPr sz="1400" b="1">
                <a:solidFill>
                  <a:srgbClr val="F8FAFC"/>
                </a:solidFill>
              </a:defRPr>
            </a:pPr>
            <a:r>
              <a:t>🎴 Tarot Reader</a:t>
            </a:r>
          </a:p>
          <a:p>
            <a:pPr>
              <a:spcAft>
                <a:spcPts val="1200"/>
              </a:spcAft>
              <a:defRPr sz="1000">
                <a:solidFill>
                  <a:srgbClr val="F59E0B"/>
                </a:solidFill>
              </a:defRPr>
            </a:pPr>
            <a:r>
              <a:t>Persona: Madame Seraphina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Client consultation queue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Draw frequency heatmaps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Custom reader notes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spcAft>
                <a:spcPts val="400"/>
              </a:spcAft>
              <a:defRPr sz="1400" b="1">
                <a:solidFill>
                  <a:srgbClr val="F8FAFC"/>
                </a:solidFill>
              </a:defRPr>
            </a:pPr>
            <a:r>
              <a:t>🧘 Spiritual Consultant</a:t>
            </a:r>
          </a:p>
          <a:p>
            <a:pPr>
              <a:spcAft>
                <a:spcPts val="1200"/>
              </a:spcAft>
              <a:defRPr sz="1000">
                <a:solidFill>
                  <a:srgbClr val="F59E0B"/>
                </a:solidFill>
              </a:defRPr>
            </a:pPr>
            <a:r>
              <a:t>Persona: Zachary Vance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Seeker cohort monitoring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30-day life trend projections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Growth velocity tracking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spcAft>
                <a:spcPts val="400"/>
              </a:spcAft>
              <a:defRPr sz="1400" b="1">
                <a:solidFill>
                  <a:srgbClr val="F8FAFC"/>
                </a:solidFill>
              </a:defRPr>
            </a:pPr>
            <a:r>
              <a:t>⚙️ Administrator</a:t>
            </a:r>
          </a:p>
          <a:p>
            <a:pPr>
              <a:spcAft>
                <a:spcPts val="1200"/>
              </a:spcAft>
              <a:defRPr sz="1000">
                <a:solidFill>
                  <a:srgbClr val="F59E0B"/>
                </a:solidFill>
              </a:defRPr>
            </a:pPr>
            <a:r>
              <a:t>Persona: Grand Sovereign Admin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Platform health monitoring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User RBAC permissions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Audit logs &amp; security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Technology Stack &amp; Production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spcAft>
                <a:spcPts val="1400"/>
              </a:spcAft>
              <a:defRPr sz="1500" b="1">
                <a:solidFill>
                  <a:srgbClr val="0EA5E9"/>
                </a:solidFill>
              </a:defRPr>
            </a:pPr>
            <a:r>
              <a:t>⚙️ Backend &amp; Machine Learning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FastAPI Python 3.12 Framework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Uvicorn High-Performance Async Server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Scikit-Learn ML Models (RandomForest, KNN)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Google Gemini 2.5 Flash API SDK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spcAft>
                <a:spcPts val="1400"/>
              </a:spcAft>
              <a:defRPr sz="1500" b="1">
                <a:solidFill>
                  <a:srgbClr val="0EA5E9"/>
                </a:solidFill>
              </a:defRPr>
            </a:pPr>
            <a:r>
              <a:t>🎨 Frontend UI &amp; 3D Visuals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Tailwind CSS Glassmorphic Interface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Three.js 3D Particle Canvas Animation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Chart.js Radar &amp; Trend Charts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Interactive 3D Tarot Card Flip Arcade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spcAft>
                <a:spcPts val="1400"/>
              </a:spcAft>
              <a:defRPr sz="1500" b="1">
                <a:solidFill>
                  <a:srgbClr val="0EA5E9"/>
                </a:solidFill>
              </a:defRPr>
            </a:pPr>
            <a:r>
              <a:t>🔒 Security &amp; Export System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JWT Token Authentication &amp; Login Gate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Role-Based Access Control (RBAC)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ReportLab PDF Report Generation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openpyxl Excel Workbook Exporter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PRODUCTION RELEASE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Project Completion &amp; Live Demo Access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2895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spcAft>
                <a:spcPts val="1600"/>
              </a:spcAft>
              <a:defRPr sz="2200" b="1">
                <a:solidFill>
                  <a:srgbClr val="10B981"/>
                </a:solidFill>
              </a:defRPr>
            </a:pPr>
            <a:r>
              <a:t>🎉 All Project Requirements Successfully Fulfilled!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✔ AI Interpretation Engine: Synthesizing CV Palmistry, 78 Tarot Cards &amp; Natal Astrology.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✔ Recommendation System: Personalized daily habit rituals, crystal remedies &amp; chakra balancing.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✔ Personalized Guidance: 4-phase ML career roadmaps, 4 somatic stress tools &amp; 1-on-1 best-friend chat.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✔ Platform Security: Role-Based Access Control (RBAC) across 4 seed account personas.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🌐 Live Web Application: http://127.0.0.1:8000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🌐 Interactive Slide Deck: http://127.0.0.1:8000/static/presentation_deck.html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🌐 OpenAPI Documentation: http://127.0.0.1:8000/docs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